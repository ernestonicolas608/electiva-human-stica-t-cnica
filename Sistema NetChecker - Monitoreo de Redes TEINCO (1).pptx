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Inter Medium" panose="020B0604020202020204" charset="0"/>
      <p:regular r:id="rId20"/>
      <p:bold r:id="rId21"/>
      <p:italic r:id="rId22"/>
      <p:boldItalic r:id="rId23"/>
    </p:embeddedFont>
    <p:embeddedFont>
      <p:font typeface="Inter SemiBold" panose="020B0604020202020204" charset="0"/>
      <p:regular r:id="rId24"/>
      <p:bold r:id="rId25"/>
      <p:italic r:id="rId26"/>
      <p:boldItalic r:id="rId27"/>
    </p:embeddedFont>
    <p:embeddedFont>
      <p:font typeface="Poppins" panose="00000500000000000000" pitchFamily="2" charset="0"/>
      <p:regular r:id="rId28"/>
      <p:bold r:id="rId29"/>
      <p:italic r:id="rId30"/>
      <p:boldItalic r:id="rId31"/>
    </p:embeddedFont>
    <p:embeddedFont>
      <p:font typeface="Poppins SemiBold" panose="00000700000000000000" pitchFamily="2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E73B42-7691-44C3-9482-E17123C046FF}">
  <a:tblStyle styleId="{06E73B42-7691-44C3-9482-E17123C046F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0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9" Type="http://schemas.openxmlformats.org/officeDocument/2006/relationships/tableStyles" Target="tableStyles.xml"/><Relationship Id="rId21" Type="http://schemas.openxmlformats.org/officeDocument/2006/relationships/font" Target="fonts/font6.fntdata"/><Relationship Id="rId34" Type="http://schemas.openxmlformats.org/officeDocument/2006/relationships/font" Target="fonts/font1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font" Target="fonts/font20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4037558"/>
            <a:ext cx="11125200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10025" y="1658391"/>
            <a:ext cx="417195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66700" y="2087016"/>
            <a:ext cx="11658600" cy="12266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SISTEMA DE MONITOREO Y DIAGNÓSTICO DE REDES LOCALES EN TIEMPO REAL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33400" y="3466058"/>
            <a:ext cx="11125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Inter Medium"/>
                <a:ea typeface="Inter Medium"/>
                <a:cs typeface="Inter Medium"/>
                <a:sym typeface="Inter Medium"/>
              </a:rPr>
              <a:t>(NetChecker) • Ingeniería de Sistemas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486025" y="4237583"/>
            <a:ext cx="336232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Estudiantes Investigadores: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Ernesto Nicolás Pulgarín Echeverri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Juan Pablo Martínez Gaitán (C.C. 80125833)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Cuarto Semestre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515100" y="4237583"/>
            <a:ext cx="3190875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Docentes de Investigación: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Contreras Buitrago Yuli Russi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• Jonnathan Orlando Velásquez Russi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1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Línea: Disciplinas al Servicio de la Sociedad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6229350" y="4237583"/>
            <a:ext cx="19050" cy="76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500312"/>
            <a:ext cx="537210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00312"/>
            <a:ext cx="537210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09625" y="2776537"/>
            <a:ext cx="506063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Diagnóstico Manual Reactivo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09625" y="3243262"/>
            <a:ext cx="4819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En los laboratorios de cómputo de TEINCO se presentan episodios intermitentes de alta latencia, pérdida de paquetes y fallas en servidores DNS.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4081462"/>
            <a:ext cx="4819650" cy="70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falta de monitoreo automatizado obliga a docentes y alumnos a ejecutar comandos manuales individuales (ping, tracert, nslookup) en la consola, perdiendo tiempo efectivo de clase.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62725" y="2776537"/>
            <a:ext cx="506063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Problema Formulado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562725" y="3243262"/>
            <a:ext cx="4819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ausencia de una herramienta liviana y centralizada impide identificar inmediatamente si la falla se origina en la interfaz local, el Gateway principal o la red WAN.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562725" y="4081462"/>
            <a:ext cx="48196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 requiere una plataforma intuitiva en tiempo real que clasifique y mitigue los tiempos de inactividad técnica en la infraestructura académica.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8241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2725" y="282416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Contexto Operativo y Problema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47875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33400" y="2047875"/>
            <a:ext cx="56407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Elevación y Red en Sede Caracas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24574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Backbone de Fibra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Óptica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Interconexión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vertical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desde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la entrada de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servicio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hasta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tableros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intermedios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30289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Laboratorios de Cómputo: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Distribución en los pisos académicos con switches de acceso dedicados.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762000" y="36004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Puntos de Prueba NetChecker: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Despliegue de nodos de monitoreo activo hacia el Gateway local y DNS.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62000" y="41719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Visibilidad Multinivel: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Mapeo inmediato del tramo afectado en la infraestructura universitaria.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57400"/>
            <a:ext cx="5353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33400" y="24765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33400" y="30480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33400" y="36195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33400" y="41910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Infraestructura Físico-Lógica TEINCO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9433A5-2048-7914-1580-69767C86E7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4105" y="2046063"/>
            <a:ext cx="5777585" cy="38517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33400" y="457200"/>
            <a:ext cx="564070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Instalación del Sistema en Sitio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33400" y="1057275"/>
            <a:ext cx="53721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533400" y="1314450"/>
            <a:ext cx="56407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Despliegue e Inspección Técnica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33400" y="1876425"/>
            <a:ext cx="537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Montaje y verificación del agente sondeador NetChecker en los equipos de los laboratorios de la Sede Caracas / 7 de Agosto.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33400" y="2600325"/>
            <a:ext cx="5372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sistema interactúa directamente con los racks de comunicaciones y switches de la facultad, ejecutando captura continua de métricas sin impactar el ancho de banda del laboratorio.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E2CC84-FA0B-A469-3684-5D8B40D76B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433637"/>
            <a:ext cx="53721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433637"/>
            <a:ext cx="53721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809625" y="2709862"/>
            <a:ext cx="506063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 General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09625" y="3176587"/>
            <a:ext cx="48196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Desarrollar una aplicación de software liviana e intuitiva en Python para el monitoreo y diagnóstico en tiempo real de métricas de red (latencia RTT, pérdida de paquetes y resolución DNS) en los laboratorios académicos de TEINCO.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562725" y="2709862"/>
            <a:ext cx="506063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95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Objetivos Específicos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562725" y="3176587"/>
            <a:ext cx="4819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1. Módulos de Red: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Implementar librerías de sockets y ICMP para la medición continua de latencia RTT y disponibilidad.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562725" y="3786187"/>
            <a:ext cx="4819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2. Dashboard Web: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Diseñar un panel interactivo con Flask para visualización gráfica centralizada.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62725" y="4395787"/>
            <a:ext cx="48196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3. Validación: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Evaluar la precisión ante simulaciones de congestión y caídas de servicio en la red local.</a:t>
            </a:r>
            <a:endParaRPr/>
          </a:p>
        </p:txBody>
      </p:sp>
      <p:pic>
        <p:nvPicPr>
          <p:cNvPr id="151" name="Google Shape;15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275748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62725" y="27574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/>
          </a:p>
        </p:txBody>
      </p:sp>
      <p:sp>
        <p:nvSpPr>
          <p:cNvPr id="154" name="Google Shape;154;p17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47875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533400" y="2047875"/>
            <a:ext cx="56407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Componentes del Entorno de Red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762000" y="24574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Rack de Comunicaciones &amp; Switches: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Conmutación Gigabit Ethernet para las salas de informática.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30289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Cableado Estructurado Cat 6A: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Conexiones RJ45 para mantener baja latencia física.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762000" y="36004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Servidor de Monitoreo Local: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Unidad ejecutra de los hilos de sondeo en Python.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4171950"/>
            <a:ext cx="5143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Puntos de Consulta: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Gateway local (192.168.1.1) y servidores DNS de referencia (8.8.8.8).</a:t>
            </a:r>
            <a:endParaRPr/>
          </a:p>
        </p:txBody>
      </p:sp>
      <p:pic>
        <p:nvPicPr>
          <p:cNvPr id="166" name="Google Shape;16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57400"/>
            <a:ext cx="5353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33400" y="24765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33400" y="30480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33400" y="36195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33400" y="41910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Hardware e Implementos de Red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376487"/>
            <a:ext cx="35559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376487"/>
            <a:ext cx="35559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2500" y="2376487"/>
            <a:ext cx="3555950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9625" y="26527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809625" y="3414712"/>
            <a:ext cx="221027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Engine Diagnóstico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809625" y="3976687"/>
            <a:ext cx="300350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Módulo network_monitor.py encargado de ejecutar peticiones ICMP (vía ping3) y resolución de socket DNS midiendo el RTT en milisegundos.</a:t>
            </a:r>
            <a:endParaRPr/>
          </a:p>
        </p:txBody>
      </p:sp>
      <p:pic>
        <p:nvPicPr>
          <p:cNvPr id="184" name="Google Shape;18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94175" y="26527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4594175" y="3414712"/>
            <a:ext cx="168021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Backend Flask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4594175" y="3976687"/>
            <a:ext cx="300350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Servidor app.py que gestiona hilos en segundo plano (threading) para recopilar métricas sin bloquear la atención de peticiones HTTP.</a:t>
            </a:r>
            <a:endParaRPr/>
          </a:p>
        </p:txBody>
      </p:sp>
      <p:pic>
        <p:nvPicPr>
          <p:cNvPr id="187" name="Google Shape;187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78725" y="265271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8378725" y="3414712"/>
            <a:ext cx="21602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Dashboard Web UI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8378725" y="3976687"/>
            <a:ext cx="300350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Interfaz responsiva index.html que consume la API /api/metrics mediante AJAX/JSON para actualizar indicadores visuales cada 5 segundos.</a:t>
            </a:r>
            <a:endParaRPr/>
          </a:p>
        </p:txBody>
      </p:sp>
      <p:pic>
        <p:nvPicPr>
          <p:cNvPr id="190" name="Google Shape;19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0112" y="2786062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27525" y="27860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88263" y="2786062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Arquitectura del Software NetChecker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047875"/>
            <a:ext cx="53721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0"/>
          <p:cNvSpPr txBox="1"/>
          <p:nvPr/>
        </p:nvSpPr>
        <p:spPr>
          <a:xfrm>
            <a:off x="533400" y="2047875"/>
            <a:ext cx="56407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Monitoreo en Tiempo Real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762000" y="24574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Panel Oscuro Moderno: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Lectura amigable e inmediata de métricas sin fatiga visual.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762000" y="30289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Estado del Gateway Local: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Confirmación instantánea de la conexión física en la sala.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762000" y="36004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Diagnóstico DNS Extranjero: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Verificación de tiempos de resolución para navegabilidad a Internet.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762000" y="4171950"/>
            <a:ext cx="5143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Alertas de Pérdida de Paquetes: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Indicadores de calidad en porcentaje de pérdida RTT.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2057400"/>
            <a:ext cx="53530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33400" y="24765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533400" y="30480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533400" y="36195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533400" y="4191000"/>
            <a:ext cx="666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■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Interfaz Web y Panel de Control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1"/>
          <p:cNvSpPr txBox="1"/>
          <p:nvPr/>
        </p:nvSpPr>
        <p:spPr>
          <a:xfrm>
            <a:off x="533400" y="457200"/>
            <a:ext cx="564070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Poster de Arquitectura General</a:t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533400" y="1057275"/>
            <a:ext cx="53721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0"/>
            <a:ext cx="59055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533400" y="1314450"/>
            <a:ext cx="564070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Consolidado del Sistema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533400" y="1876425"/>
            <a:ext cx="53721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Esquema integral de NetChecker presentando la combinación de desarrollo de software en Python, topología física de TEINCO y beneficios académicos.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533400" y="2828925"/>
            <a:ext cx="5372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Resumen visual de metrología, flujo de paquetes y arquitectura modular diseñada por los estudiantes de Ingeniería de Sistemas.</a:t>
            </a:r>
            <a:endParaRPr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74DC44B-9C44-ED58-0F52-964E4A8235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9" name="Google Shape;229;p22"/>
          <p:cNvGraphicFramePr/>
          <p:nvPr/>
        </p:nvGraphicFramePr>
        <p:xfrm>
          <a:off x="533400" y="2481262"/>
          <a:ext cx="11115675" cy="2752750"/>
        </p:xfrm>
        <a:graphic>
          <a:graphicData uri="http://schemas.openxmlformats.org/drawingml/2006/table">
            <a:tbl>
              <a:tblPr firstRow="1" bandRow="1">
                <a:noFill/>
                <a:tableStyleId>{06E73B42-7691-44C3-9482-E17123C046FF}</a:tableStyleId>
              </a:tblPr>
              <a:tblGrid>
                <a:gridCol w="27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5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Métrica de Evaluación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Situación Sin NetChecker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FFFFFF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Resultado Con NetChecker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Tiempo de Diagnóstico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 a 15 minutos (Comandos manuales)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0284C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5 segundos (Automatizado)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Aislamiento de Fallas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Incertidumbre entre equipo, LAN o WAN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Identificación precisa del tramo (Gateway / DNS)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Visualización de Datos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Inexistente / Consola de texto pura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Dashboard Web interactivo y dinámico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Impacto Académico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Interrupción recurrente de laboratorios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Continuidad fluida de las sesiones de clase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0" name="Google Shape;230;p22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Resultados Evaluados del Sistema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314450"/>
            <a:ext cx="11125200" cy="50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4048125"/>
            <a:ext cx="11125200" cy="72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Reducción del Tiempo de Diagnóstico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19337" y="4029075"/>
            <a:ext cx="75533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9050" y="1666875"/>
            <a:ext cx="45339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266700" y="2095500"/>
            <a:ext cx="11658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¿Preguntas o Comentarios?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533400" y="3162300"/>
            <a:ext cx="11125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0284C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NetChecker: Sistema de Monitoreo y Diagnóstico de Redes en Tiempo Real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557462" y="4267200"/>
            <a:ext cx="70770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Ingeniería de Sistemas - TEINCO 2026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Sede Avenida Caracas: Av. Caracas N° 63-85 | Sede Principal 7 de Agosto: Av. Calle 63 N° 22-39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Bogotá D.C., Colombia • </a:t>
            </a:r>
            <a:r>
              <a:rPr lang="en-US" sz="1200" b="0" i="0" u="none" strike="noStrike" cap="none">
                <a:solidFill>
                  <a:srgbClr val="0284C7"/>
                </a:solidFill>
                <a:latin typeface="Inter"/>
                <a:ea typeface="Inter"/>
                <a:cs typeface="Inter"/>
                <a:sym typeface="Inter"/>
              </a:rPr>
              <a:t>www.teinco.edu.co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5"/>
          <p:cNvSpPr/>
          <p:nvPr/>
        </p:nvSpPr>
        <p:spPr>
          <a:xfrm>
            <a:off x="2466975" y="3090862"/>
            <a:ext cx="72580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2466975" y="3852862"/>
            <a:ext cx="72580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2466975" y="3852862"/>
            <a:ext cx="72580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9" name="Google Shape;2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6975" y="3233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3562350" y="3240881"/>
            <a:ext cx="61626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https://bciimage.com/wp-content/uploads/2021/08/rk812walloa.b.jpg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3562350" y="3474243"/>
            <a:ext cx="616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bciimage.com</a:t>
            </a:r>
            <a:endParaRPr/>
          </a:p>
        </p:txBody>
      </p:sp>
      <p:pic>
        <p:nvPicPr>
          <p:cNvPr id="262" name="Google Shape;26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66975" y="4005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5"/>
          <p:cNvSpPr txBox="1"/>
          <p:nvPr/>
        </p:nvSpPr>
        <p:spPr>
          <a:xfrm>
            <a:off x="3562350" y="4012406"/>
            <a:ext cx="61626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https://repository-images.githubusercontent.com/206214867/b23a0946-ca97-439c-9024-bb8ff3e99701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3562350" y="4245768"/>
            <a:ext cx="61626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github.com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533400" y="457200"/>
            <a:ext cx="116586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284C7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33400" y="1057275"/>
            <a:ext cx="1112520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896</Words>
  <Application>Microsoft Office PowerPoint</Application>
  <PresentationFormat>Panorámica</PresentationFormat>
  <Paragraphs>88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1" baseType="lpstr">
      <vt:lpstr>Inter Medium</vt:lpstr>
      <vt:lpstr>Arial</vt:lpstr>
      <vt:lpstr>Inter</vt:lpstr>
      <vt:lpstr>Poppins SemiBold</vt:lpstr>
      <vt:lpstr>Calibri</vt:lpstr>
      <vt:lpstr>Poppins</vt:lpstr>
      <vt:lpstr>Inter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Juan pablo Martínez gaitan</dc:creator>
  <cp:lastModifiedBy>Juan pablo Martínez gaitan</cp:lastModifiedBy>
  <cp:revision>1</cp:revision>
  <dcterms:modified xsi:type="dcterms:W3CDTF">2026-08-27T00:33:06Z</dcterms:modified>
</cp:coreProperties>
</file>